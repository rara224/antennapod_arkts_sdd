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KAIZEN-Migration  五阶段执行流程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4572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700" b="0">
                <a:solidFill>
                  <a:srgbClr val="AACCEE"/>
                </a:solidFill>
              </a:defRPr>
            </a:pPr>
            <a:r>
              <a:t>Android → ArkTS 代码翻译  |  15 Skills × 5 Stages  |  Harness + Memory 全程约束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777240"/>
            <a:ext cx="205740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阶段一</a:t>
            </a:r>
            <a:br/>
            <a:r>
              <a:t>Spec 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527048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Android 源码</a:t>
            </a:r>
            <a:br/>
            <a:r>
              <a:t>build.gradle</a:t>
            </a:r>
            <a:br/>
            <a:r>
              <a:t>AndroidManifest.xml</a:t>
            </a:r>
            <a:br/>
            <a:r>
              <a:t>Memory 踩坑清单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350008"/>
            <a:ext cx="2057400" cy="20116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Skills (4个)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59" y="2578608"/>
            <a:ext cx="1965960" cy="173736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2E75B6"/>
                </a:solidFill>
              </a:defRPr>
            </a:pPr>
            <a:r>
              <a:t>★ spec-generator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" y="2779776"/>
            <a:ext cx="1965960" cy="173736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2E75B6"/>
                </a:solidFill>
              </a:defRPr>
            </a:pPr>
            <a:r>
              <a:t>★ view-to-arkui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59" y="2980944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library-migration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59" y="3182112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knowledge-verifier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105656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306824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migration-spec.md</a:t>
            </a:r>
            <a:br/>
            <a:r>
              <a:t>(SS1-SS11)</a:t>
            </a:r>
            <a:br/>
            <a:r>
              <a:t>manifest.json</a:t>
            </a:r>
            <a:br/>
            <a:r>
              <a:t>batches/*.md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86584" y="1005840"/>
            <a:ext cx="146304" cy="164592"/>
          </a:xfrm>
          <a:prstGeom prst="rightArrow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42032" y="777240"/>
            <a:ext cx="2057400" cy="502920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阶段二</a:t>
            </a:r>
            <a:br/>
            <a:r>
              <a:t>代码生成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1325880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1527048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Spec + 分批计划</a:t>
            </a:r>
            <a:br/>
            <a:r>
              <a:t>自然语言指令</a:t>
            </a:r>
            <a:br/>
            <a:r>
              <a:t>Android 源码参考</a:t>
            </a:r>
            <a:br/>
            <a:r>
              <a:t>CLAUDE.md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2032" y="2350008"/>
            <a:ext cx="2057400" cy="201168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Skills (13个)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87752" y="2578608"/>
            <a:ext cx="1965960" cy="173736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2D8B55"/>
                </a:solidFill>
              </a:defRPr>
            </a:pPr>
            <a:r>
              <a:t>★ project-scaffolder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87752" y="2779776"/>
            <a:ext cx="1965960" cy="173736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2D8B55"/>
                </a:solidFill>
              </a:defRPr>
            </a:pPr>
            <a:r>
              <a:t>★ data-layer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87752" y="2980944"/>
            <a:ext cx="1965960" cy="173736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2D8B55"/>
                </a:solidFill>
              </a:defRPr>
            </a:pPr>
            <a:r>
              <a:t>★ navigation-builder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87752" y="3182112"/>
            <a:ext cx="1965960" cy="173736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2D8B55"/>
                </a:solidFill>
              </a:defRPr>
            </a:pPr>
            <a:r>
              <a:t>★ component-builder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87752" y="3383280"/>
            <a:ext cx="1965960" cy="173736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2D8B55"/>
                </a:solidFill>
              </a:defRPr>
            </a:pPr>
            <a:r>
              <a:t>★ media-playback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87752" y="3584448"/>
            <a:ext cx="1965960" cy="173736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2D8B55"/>
                </a:solidFill>
              </a:defRPr>
            </a:pPr>
            <a:r>
              <a:t>★ view-to-arkui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87752" y="3785616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+7 more...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42032" y="4105656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42032" y="4306824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.ets 源文件 (98个)</a:t>
            </a:r>
            <a:br/>
            <a:r>
              <a:t>目录结构 (MVVM)</a:t>
            </a:r>
            <a:br/>
            <a:r>
              <a:t>module.json5</a:t>
            </a:r>
            <a:br/>
            <a:r>
              <a:t>migration-index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608576" y="1005840"/>
            <a:ext cx="146304" cy="164592"/>
          </a:xfrm>
          <a:prstGeom prst="rightArrow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4024" y="777240"/>
            <a:ext cx="2057400" cy="5029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阶段三</a:t>
            </a:r>
            <a:br/>
            <a:r>
              <a:t>多轮修复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64024" y="1325880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64024" y="1527048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编译错误信息</a:t>
            </a:r>
            <a:br/>
            <a:r>
              <a:t>运行时崩溃日志</a:t>
            </a:r>
            <a:br/>
            <a:r>
              <a:t>UI 异常截图</a:t>
            </a:r>
            <a:br/>
            <a:r>
              <a:t>Memory 自修复协议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4024" y="2350008"/>
            <a:ext cx="2057400" cy="201168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Skills (7个)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9744" y="2578608"/>
            <a:ext cx="1965960" cy="173736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E86C00"/>
                </a:solidFill>
              </a:defRPr>
            </a:pPr>
            <a:r>
              <a:t>★ knowledge-verifier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9744" y="2779776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component-builder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9744" y="2980944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media-playback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9744" y="3182112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download-manager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9744" y="3383280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data-layer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9744" y="3584448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navigation-builder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9744" y="3785616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system-capabilities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64024" y="4105656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64024" y="4306824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可编译可运行代码</a:t>
            </a:r>
            <a:br/>
            <a:r>
              <a:t>更新后 CLAUDE.md</a:t>
            </a:r>
            <a:br/>
            <a:r>
              <a:t>dev-pitfalls.md</a:t>
            </a:r>
            <a:br/>
            <a:r>
              <a:t>更新后 Spec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6830568" y="1005840"/>
            <a:ext cx="146304" cy="164592"/>
          </a:xfrm>
          <a:prstGeom prst="rightArrow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86016" y="777240"/>
            <a:ext cx="2057400" cy="50292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阶段四</a:t>
            </a:r>
            <a:br/>
            <a:r>
              <a:t>质量保证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86016" y="1325880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86016" y="1527048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可编译代码库</a:t>
            </a:r>
            <a:br/>
            <a:r>
              <a:t>CLAUDE.md 规则集</a:t>
            </a:r>
            <a:br/>
            <a:r>
              <a:t>7 大规范域清单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86016" y="2350008"/>
            <a:ext cx="2057400" cy="201168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Skills (3个)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31736" y="2578608"/>
            <a:ext cx="1965960" cy="173736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7B2D8E"/>
                </a:solidFill>
              </a:defRPr>
            </a:pPr>
            <a:r>
              <a:t>★ knowledge-verifier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31736" y="2779776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data-layer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31736" y="2980944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component-builder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86016" y="4105656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86016" y="4306824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质量审计报告</a:t>
            </a:r>
            <a:br/>
            <a:r>
              <a:t>(全通过, 0 违规)</a:t>
            </a:r>
            <a:br/>
            <a:r>
              <a:t>修复后的代码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9052560" y="1005840"/>
            <a:ext cx="146304" cy="164592"/>
          </a:xfrm>
          <a:prstGeom prst="rightArrow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208008" y="777240"/>
            <a:ext cx="2057400" cy="50292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阶段五</a:t>
            </a:r>
            <a:br/>
            <a:r>
              <a:t>测试优化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08008" y="1325880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08008" y="1527048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测试 Bug 报告</a:t>
            </a:r>
            <a:br/>
            <a:r>
              <a:t>Android 原版截图</a:t>
            </a:r>
            <a:br/>
            <a:r>
              <a:t>SS10 验收矩阵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08008" y="2350008"/>
            <a:ext cx="2057400" cy="201168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Skills (7个)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53728" y="2578608"/>
            <a:ext cx="1965960" cy="173736"/>
          </a:xfrm>
          <a:prstGeom prst="round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17A589"/>
                </a:solidFill>
              </a:defRPr>
            </a:pPr>
            <a:r>
              <a:t>★ ui-alignment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53728" y="2779776"/>
            <a:ext cx="1965960" cy="173736"/>
          </a:xfrm>
          <a:prstGeom prst="round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1">
                <a:solidFill>
                  <a:srgbClr val="17A589"/>
                </a:solidFill>
              </a:defRPr>
            </a:pPr>
            <a:r>
              <a:t>★ component-builder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53728" y="2980944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pattern-library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53728" y="3182112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animation-builder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53728" y="3383280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navigation-builder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53728" y="3584448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knowledge-verifier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53728" y="3785616"/>
            <a:ext cx="1965960" cy="173736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650" b="0">
                <a:solidFill>
                  <a:srgbClr val="959595"/>
                </a:solidFill>
              </a:defRPr>
            </a:pPr>
            <a:r>
              <a:t>  data-layer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08008" y="4105656"/>
            <a:ext cx="2057400" cy="2011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输出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08008" y="4306824"/>
            <a:ext cx="2057400" cy="777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生产版本 (v3)</a:t>
            </a:r>
            <a:br/>
            <a:r>
              <a:t>development-</a:t>
            </a:r>
            <a:br/>
            <a:r>
              <a:t>experience.md</a:t>
            </a:r>
            <a:br/>
            <a:r>
              <a:t>更新后的 Skills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0040" y="5715000"/>
            <a:ext cx="1156716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5733288"/>
            <a:ext cx="11384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Harness (CLAUDE.md)   全阶段自动加载  |  三层约束：语言约束 (禁 any/as/对象字面量)  →  平台约束 (fd:// / ResultSet close / onReady)  →  项目约束 (MVVM / SQL占位符 / Tab栏外置)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0040" y="6080760"/>
            <a:ext cx="11567160" cy="32004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79" y="6099048"/>
            <a:ext cx="11384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800" b="0">
                <a:solidFill>
                  <a:srgbClr val="BBDDFF"/>
                </a:solidFill>
              </a:defRPr>
            </a:pPr>
            <a:r>
              <a:t>Memory (知识持久化)   跨会话注入  |  概念映射 43 组  |  踩坑清单 22 条  |  自修复协议  |  已验证 sys.symbol 27 个  |  代码模式 16 个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6492240"/>
            <a:ext cx="3383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700" b="0">
                <a:solidFill>
                  <a:srgbClr val="959595"/>
                </a:solidFill>
              </a:defRPr>
            </a:pPr>
            <a:r>
              <a:t>AntennaPod 实证: 6天 / 17会话 / 98文件 / 质量 9.5/10 / 零违规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