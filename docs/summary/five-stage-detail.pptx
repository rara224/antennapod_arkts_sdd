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943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阶段一：Spec 生成  —  将 Android 源码转化为结构化迁移蓝图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743200" cy="320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70432"/>
            <a:ext cx="274320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Android 项目源码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build.gradle / settings.gradle / src/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73352"/>
            <a:ext cx="274320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AndroidManifest.xml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权限、Activity/Service 声明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76272"/>
            <a:ext cx="274320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Memory 概念映射表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43 组 Android→ArkTS 映射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79192"/>
            <a:ext cx="274320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97480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Memory 踩坑清单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20 条已知平台约束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1828800"/>
            <a:ext cx="32004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822960"/>
            <a:ext cx="5486400" cy="36576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用户指令："分析这个 Android 项目"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89120" y="1188720"/>
            <a:ext cx="201168" cy="27432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7132320" y="1188720"/>
            <a:ext cx="201168" cy="27432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1234440"/>
            <a:ext cx="1828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700" b="1">
                <a:solidFill>
                  <a:srgbClr val="AAAAAA"/>
                </a:solidFill>
              </a:defRPr>
            </a:pPr>
            <a:r>
              <a:t>并行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508760"/>
            <a:ext cx="2560320" cy="3657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000" b="1">
                <a:solidFill>
                  <a:srgbClr val="2E75B6"/>
                </a:solidFill>
              </a:defRPr>
            </a:pPr>
            <a:r>
              <a:t>★ arkts-spec-generator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389120" y="1874519"/>
            <a:ext cx="201168" cy="22860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91840" y="2148840"/>
            <a:ext cx="621792" cy="5029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Agent1: 数据层</a:t>
            </a:r>
            <a:br/>
            <a:r>
              <a:t>→ SS5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2148840"/>
            <a:ext cx="621792" cy="5029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Agent2: UI层</a:t>
            </a:r>
            <a:br/>
            <a:r>
              <a:t>→ SS4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6" y="2148840"/>
            <a:ext cx="621792" cy="5029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Agent3: 工具层</a:t>
            </a:r>
            <a:br/>
            <a:r>
              <a:t>→ SS2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2148840"/>
            <a:ext cx="621792" cy="50292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Agent4: 构建</a:t>
            </a:r>
            <a:br/>
            <a:r>
              <a:t>→ SS3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389120" y="2697480"/>
            <a:ext cx="201168" cy="18288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91840" y="2926080"/>
            <a:ext cx="1234440" cy="3200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666666"/>
                </a:solidFill>
              </a:defRPr>
            </a:pPr>
            <a:r>
              <a:t>library-migration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2926080"/>
            <a:ext cx="1234440" cy="3200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666666"/>
                </a:solidFill>
              </a:defRPr>
            </a:pPr>
            <a:r>
              <a:t>knowledge-verifier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508760"/>
            <a:ext cx="2560320" cy="36576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000" b="1">
                <a:solidFill>
                  <a:srgbClr val="2E75B6"/>
                </a:solidFill>
              </a:defRPr>
            </a:pPr>
            <a:r>
              <a:t>★ android-view-to-arkui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315200" y="1874519"/>
            <a:ext cx="201168" cy="22860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2148840"/>
            <a:ext cx="256032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Step 1: scan_android_ui</a:t>
            </a:r>
            <a:br/>
            <a:r>
              <a:t>→ manifest.json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315200" y="2587752"/>
            <a:ext cx="201168" cy="64008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2651760"/>
            <a:ext cx="256032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Step 1.5: deep_verify</a:t>
            </a:r>
            <a:br/>
            <a:r>
              <a:t>→ 继承链验证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7315200" y="3090672"/>
            <a:ext cx="201168" cy="64008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3154680"/>
            <a:ext cx="2560320" cy="43891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Step 2: build_feature_pack</a:t>
            </a:r>
            <a:br/>
            <a:r>
              <a:t>→ batches/*.md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3383280"/>
            <a:ext cx="3657600" cy="36576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合并产出：Spec (SS1-SS11) + manifest.json + batches/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823960" y="1828800"/>
            <a:ext cx="32004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777240"/>
            <a:ext cx="2743200" cy="320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170432"/>
            <a:ext cx="2743200" cy="39319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1179576"/>
            <a:ext cx="26517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migration-spec.md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SS1-SS11 共 11 章节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1627632"/>
            <a:ext cx="2743200" cy="39319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1636776"/>
            <a:ext cx="26517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manifest.json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Activity/Fragment/Adapter/Dialog 完整清单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2084832"/>
            <a:ext cx="2743200" cy="39319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2093976"/>
            <a:ext cx="26517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batches/*.md + .json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功能分批迁移计划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2542032"/>
            <a:ext cx="2743200" cy="39319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551176"/>
            <a:ext cx="26517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migration-index.json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覆盖率追踪基线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2999232"/>
            <a:ext cx="2743200" cy="39319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3008376"/>
            <a:ext cx="26517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2E75B6"/>
                </a:solidFill>
              </a:defRPr>
            </a:pPr>
            <a:r>
              <a:t>迁移分类矩阵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Auto / Semi-Auto / Manual / Skip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3931920"/>
            <a:ext cx="1161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Done 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297680"/>
            <a:ext cx="11612880" cy="7315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SS1-SS11 全部 11 章节存在    ✓ SS7 每个模块有迁移分类    ✓ manifest.json 深度验证通过 (verdict=COMPLETE)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SS3 技术栈替换表覆盖所有依赖    ✓ 分批计划已生成 (至少第一批就绪)    ✓ 人工审查通过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94360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阶段二：代码生成  —  基于 Spec + 分批计划生成 ArkTS 代码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560320" cy="320040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70432"/>
            <a:ext cx="256032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7957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migration-spec.md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SS1-SS11 架构蓝图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81912"/>
            <a:ext cx="256032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9105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manifest.json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UI 组件完整清单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93392"/>
            <a:ext cx="256032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0253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batches/*.md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分批迁移计划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04872"/>
            <a:ext cx="256032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414015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CLAUDE.md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Harness 约束规则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16352"/>
            <a:ext cx="256032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2549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Memory 踩坑清单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22 条平台约束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27832"/>
            <a:ext cx="256032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3697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Android 源码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参考对照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80360" y="1645920"/>
            <a:ext cx="27432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08960" y="777240"/>
            <a:ext cx="1463040" cy="164592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P2 骨架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777240"/>
            <a:ext cx="3657600" cy="59436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project-scaffolder</a:t>
            </a:r>
            <a:br/>
            <a:r>
              <a:t>module.json5 / EntryAbility</a:t>
            </a:r>
            <a:br/>
            <a:r>
              <a:t>GlobalState / AppRouter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749039" y="1344168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08960" y="1435607"/>
            <a:ext cx="1463040" cy="164592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P3 适配层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435607"/>
            <a:ext cx="3657600" cy="59436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data-layer (HttpClient)</a:t>
            </a:r>
            <a:br/>
            <a:r>
              <a:t>system-capabilities (权限)</a:t>
            </a:r>
            <a:br/>
            <a:r>
              <a:t>library-migration (替代)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749039" y="2002536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08960" y="2093976"/>
            <a:ext cx="1463040" cy="164592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P4 数据层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093976"/>
            <a:ext cx="3657600" cy="59436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data-layer</a:t>
            </a:r>
            <a:br/>
            <a:r>
              <a:t>9 Models / PodDatabase</a:t>
            </a:r>
            <a:br/>
            <a:r>
              <a:t>7 DAOs / DataSource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749039" y="2660904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08960" y="2752344"/>
            <a:ext cx="1463040" cy="164592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P5a 导航+播放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752344"/>
            <a:ext cx="3657600" cy="59436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navigation-builder (路由)</a:t>
            </a:r>
            <a:br/>
            <a:r>
              <a:t>media-playback (AVPlayer)</a:t>
            </a:r>
            <a:br/>
            <a:r>
              <a:t>可并行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3749039" y="3319272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08960" y="3410712"/>
            <a:ext cx="1463040" cy="164592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P5b 状态+下载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410712"/>
            <a:ext cx="3657600" cy="59436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state-manager (AppStorage)</a:t>
            </a:r>
            <a:br/>
            <a:r>
              <a:t>download-manager (agent)</a:t>
            </a:r>
            <a:br/>
            <a:r>
              <a:t>可并行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749039" y="3977639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08960" y="4069079"/>
            <a:ext cx="1463040" cy="164592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P5c 组件填充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069079"/>
            <a:ext cx="3657600" cy="594360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component-builder (28组件)</a:t>
            </a:r>
            <a:br/>
            <a:r>
              <a:t>pattern-library [Hub]</a:t>
            </a:r>
            <a:br/>
            <a:r>
              <a:t>animation-builder (动效)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777240"/>
            <a:ext cx="1371600" cy="406908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822960"/>
            <a:ext cx="1280160" cy="40233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view-to-arkui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2D8B55"/>
                </a:solidFill>
              </a:defRPr>
            </a:pPr>
            <a:r>
              <a:t>贯穿阶段二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AAAAAA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333333"/>
                </a:solidFill>
              </a:defRPr>
            </a:pPr>
            <a:r>
              <a:t>每批完成后: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400" b="0">
                <a:solidFill>
                  <a:srgbClr val="333333"/>
                </a:solidFill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2D8B55"/>
                </a:solidFill>
              </a:defRPr>
            </a:pPr>
            <a:r>
              <a:t>Step 5: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333333"/>
                </a:solidFill>
              </a:defRPr>
            </a:pPr>
            <a:r>
              <a:t>check_coverage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覆盖率检查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400" b="0">
                <a:solidFill>
                  <a:srgbClr val="333333"/>
                </a:solidFill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2D8B55"/>
                </a:solidFill>
              </a:defRPr>
            </a:pPr>
            <a:r>
              <a:t>Step 5.5: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333333"/>
                </a:solidFill>
              </a:defRPr>
            </a:pPr>
            <a:r>
              <a:t>Post-batch验证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遗漏检查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400" b="0">
                <a:solidFill>
                  <a:srgbClr val="333333"/>
                </a:solidFill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700" b="1">
                <a:solidFill>
                  <a:srgbClr val="2D8B55"/>
                </a:solidFill>
              </a:defRPr>
            </a:pPr>
            <a:r>
              <a:t>Step 6: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333333"/>
                </a:solidFill>
              </a:defRPr>
            </a:pPr>
            <a:r>
              <a:t>verify_target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333333"/>
                </a:solidFill>
              </a:defRPr>
            </a:pPr>
            <a:r>
              <a:t>_build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hvigorw编译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4892040"/>
            <a:ext cx="6720840" cy="274320"/>
          </a:xfrm>
          <a:prstGeom prst="round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0">
                <a:solidFill>
                  <a:srgbClr val="2D8B55"/>
                </a:solidFill>
              </a:defRPr>
            </a:pPr>
            <a:r>
              <a:t>knowledge-verifier  ──────  全程辅助 (API 验证 / 知识查询 / Skill 路由)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21240" y="2286000"/>
            <a:ext cx="27432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18320" y="777240"/>
            <a:ext cx="2468880" cy="320040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18320" y="1170432"/>
            <a:ext cx="246888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1179576"/>
            <a:ext cx="237744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.ets 源文件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98 个文件, ~6300 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0" y="1581912"/>
            <a:ext cx="246888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1591056"/>
            <a:ext cx="237744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目录结构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MVVM 分层 (15 子目录)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1993392"/>
            <a:ext cx="246888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002536"/>
            <a:ext cx="237744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module.json5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权限 + backgroundModes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2404872"/>
            <a:ext cx="246888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2414015"/>
            <a:ext cx="237744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CLAUDE.md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初始规则集 (20+ 条)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2816352"/>
            <a:ext cx="246888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825496"/>
            <a:ext cx="237744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GlobalState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AppStorage 25+ key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8320" y="3227832"/>
            <a:ext cx="2468880" cy="347472"/>
          </a:xfrm>
          <a:prstGeom prst="roundRect">
            <a:avLst/>
          </a:prstGeom>
          <a:solidFill>
            <a:srgbClr val="E8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36976"/>
            <a:ext cx="237744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2D8B55"/>
                </a:solidFill>
              </a:defRPr>
            </a:pPr>
            <a:r>
              <a:t>migration-index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覆盖率 100%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303520"/>
            <a:ext cx="1161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Done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5669280"/>
            <a:ext cx="11612880" cy="54864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hvigor build 编译通过    ✓ 目录与 Spec SS2 一致    ✓ migration-index 覆盖率 100%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每个 SS7 模块有对应 .ets    ✓ Post-batch 验证全部 PASS    ✓ CLAUDE.md 规则集已建立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943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阶段三：多轮修复  —  人工检测问题，按错误类型路由修复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560320" cy="3200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70432"/>
            <a:ext cx="2560320" cy="39319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79576"/>
            <a:ext cx="246888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E86C00"/>
                </a:solidFill>
              </a:defRPr>
            </a:pPr>
            <a:r>
              <a:t>编译错误信息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DevEco Studio 报错输出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27632"/>
            <a:ext cx="2560320" cy="39319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36776"/>
            <a:ext cx="246888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E86C00"/>
                </a:solidFill>
              </a:defRPr>
            </a:pPr>
            <a:r>
              <a:t>运行时崩溃日志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hilog 异常堆栈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84832"/>
            <a:ext cx="2560320" cy="39319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93976"/>
            <a:ext cx="246888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E86C00"/>
                </a:solidFill>
              </a:defRPr>
            </a:pPr>
            <a:r>
              <a:t>UI 显示异常截图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布局错乱/不显示/不刷新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42032"/>
            <a:ext cx="2560320" cy="39319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551176"/>
            <a:ext cx="246888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E86C00"/>
                </a:solidFill>
              </a:defRPr>
            </a:pPr>
            <a:r>
              <a:t>Memory 自修复协议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6 种错误类型检查路径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999232"/>
            <a:ext cx="2560320" cy="39319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008376"/>
            <a:ext cx="246888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E86C00"/>
                </a:solidFill>
              </a:defRPr>
            </a:pPr>
            <a:r>
              <a:t>CLAUDE.md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错误模式库 (语言约束修复)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80360" y="1828800"/>
            <a:ext cx="36576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822960"/>
            <a:ext cx="5029200" cy="365760"/>
          </a:xfrm>
          <a:prstGeom prst="roundRect">
            <a:avLst/>
          </a:prstGeom>
          <a:solidFill>
            <a:srgbClr val="F0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人工反馈（编译错误 / 运行时异常 / UI 异常）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486400" y="1188720"/>
            <a:ext cx="201168" cy="228600"/>
          </a:xfrm>
          <a:prstGeom prst="downArrow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0" y="1463040"/>
            <a:ext cx="3474720" cy="41148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900" b="1">
                <a:solidFill>
                  <a:srgbClr val="E86C00"/>
                </a:solidFill>
              </a:defRPr>
            </a:pPr>
            <a:r>
              <a:t>★ arkts-knowledge-verifier [入口路由]</a:t>
            </a:r>
            <a:br/>
            <a:r>
              <a:t>分析错误类型 → 路由到对应 Skill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486400" y="1874519"/>
            <a:ext cx="201168" cy="182880"/>
          </a:xfrm>
          <a:prstGeom prst="downArrow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148840"/>
            <a:ext cx="1645920" cy="27432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1">
                <a:solidFill>
                  <a:srgbClr val="E86C00"/>
                </a:solidFill>
              </a:defRPr>
            </a:pPr>
            <a:r>
              <a:t>ArkTS 语言错误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931920" y="242316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2532888"/>
            <a:ext cx="1645920" cy="59436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knowledge-verifier</a:t>
            </a:r>
            <a:br/>
            <a:r>
              <a:t>直接修复 (固定模式)</a:t>
            </a:r>
            <a:br/>
            <a:r>
              <a:t>any / as / 对象字面量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148840"/>
            <a:ext cx="1645920" cy="27432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1">
                <a:solidFill>
                  <a:srgbClr val="E86C00"/>
                </a:solidFill>
              </a:defRPr>
            </a:pPr>
            <a:r>
              <a:t>UI 显示异常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69280" y="242316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0" y="2532888"/>
            <a:ext cx="1645920" cy="59436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component-builder</a:t>
            </a:r>
            <a:br/>
            <a:r>
              <a:t>+ navigation-builder</a:t>
            </a:r>
            <a:br/>
            <a:r>
              <a:t>布局 / ForEach / Tab栏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48840"/>
            <a:ext cx="1645920" cy="27432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1">
                <a:solidFill>
                  <a:srgbClr val="E86C00"/>
                </a:solidFill>
              </a:defRPr>
            </a:pPr>
            <a:r>
              <a:t>播放器异常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406640" y="242316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0" y="2532888"/>
            <a:ext cx="1645920" cy="59436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media-playback</a:t>
            </a:r>
            <a:br/>
            <a:r>
              <a:t>状态机 / fd:// / 后台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200400"/>
            <a:ext cx="1645920" cy="27432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1">
                <a:solidFill>
                  <a:srgbClr val="E86C00"/>
                </a:solidFill>
              </a:defRPr>
            </a:pPr>
            <a:r>
              <a:t>下载失败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931920" y="347472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0" y="3584448"/>
            <a:ext cx="1645920" cy="59436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download-manager</a:t>
            </a:r>
            <a:br/>
            <a:r>
              <a:t>5MB / 文件管线 / 进度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3200400"/>
            <a:ext cx="1645920" cy="27432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1">
                <a:solidFill>
                  <a:srgbClr val="E86C00"/>
                </a:solidFill>
              </a:defRPr>
            </a:pPr>
            <a:r>
              <a:t>数据库错误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669280" y="347472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37760" y="3584448"/>
            <a:ext cx="1645920" cy="59436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data-layer</a:t>
            </a:r>
            <a:br/>
            <a:r>
              <a:t>ResultSet / SQL / DAO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200400"/>
            <a:ext cx="1645920" cy="274320"/>
          </a:xfrm>
          <a:prstGeom prst="roundRect">
            <a:avLst/>
          </a:prstGeom>
          <a:solidFill>
            <a:srgbClr val="F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1">
                <a:solidFill>
                  <a:srgbClr val="E86C00"/>
                </a:solidFill>
              </a:defRPr>
            </a:pPr>
            <a:r>
              <a:t>系统能力异常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7406640" y="347472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75120" y="3584448"/>
            <a:ext cx="1645920" cy="594360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0">
                <a:solidFill>
                  <a:srgbClr val="333333"/>
                </a:solidFill>
              </a:defRPr>
            </a:pPr>
            <a:r>
              <a:t>system-capabilities</a:t>
            </a:r>
            <a:br/>
            <a:r>
              <a:t>权限 / 文件 / 后台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4343400"/>
            <a:ext cx="2560320" cy="320040"/>
          </a:xfrm>
          <a:prstGeom prst="roundRect">
            <a:avLst/>
          </a:prstGeom>
          <a:solidFill>
            <a:srgbClr val="F0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t>修复 → 验证 → 通过? (重试上限 ≤3 次)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321040" y="2286000"/>
            <a:ext cx="36576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86800" y="777240"/>
            <a:ext cx="3200400" cy="32004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1170432"/>
            <a:ext cx="3200400" cy="43891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1179576"/>
            <a:ext cx="31089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E86C00"/>
                </a:solidFill>
              </a:defRPr>
            </a:pPr>
            <a:r>
              <a:t>可编译可运行的代码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编译零错误, 应用可启动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1673352"/>
            <a:ext cx="3200400" cy="43891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1682496"/>
            <a:ext cx="31089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E86C00"/>
                </a:solidFill>
              </a:defRPr>
            </a:pPr>
            <a:r>
              <a:t>更新后的 CLAUDE.md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新增踩坑规则沉淀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2176272"/>
            <a:ext cx="3200400" cy="43891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2185415"/>
            <a:ext cx="31089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E86C00"/>
                </a:solidFill>
              </a:defRPr>
            </a:pPr>
            <a:r>
              <a:t>dev-pitfalls.md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踩坑百科 (22 条)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2679192"/>
            <a:ext cx="3200400" cy="438912"/>
          </a:xfrm>
          <a:prstGeom prst="round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688336"/>
            <a:ext cx="31089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E86C00"/>
                </a:solidFill>
              </a:defRPr>
            </a:pPr>
            <a:r>
              <a:t>更新后的 Spec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方案变更回溯记录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3291840"/>
            <a:ext cx="3200400" cy="2743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自修复协议 (Memory)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611880"/>
            <a:ext cx="10972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1">
                <a:solidFill>
                  <a:srgbClr val="E86C00"/>
                </a:solidFill>
              </a:defRPr>
            </a:pPr>
            <a:r>
              <a:t>编译错误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3611880"/>
            <a:ext cx="21031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</a:defRPr>
            </a:pPr>
            <a:r>
              <a:t>→ 检查类型/import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794760"/>
            <a:ext cx="10972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1">
                <a:solidFill>
                  <a:srgbClr val="E86C00"/>
                </a:solidFill>
              </a:defRPr>
            </a:pPr>
            <a:r>
              <a:t>undefined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3794760"/>
            <a:ext cx="21031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</a:defRPr>
            </a:pPr>
            <a:r>
              <a:t>→ 检查初始化时序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977640"/>
            <a:ext cx="10972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1">
                <a:solidFill>
                  <a:srgbClr val="E86C00"/>
                </a:solidFill>
              </a:defRPr>
            </a:pPr>
            <a:r>
              <a:t>DB错误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3977640"/>
            <a:ext cx="21031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</a:defRPr>
            </a:pPr>
            <a:r>
              <a:t>→ ResultSet.close()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4160520"/>
            <a:ext cx="10972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1">
                <a:solidFill>
                  <a:srgbClr val="E86C00"/>
                </a:solidFill>
              </a:defRPr>
            </a:pPr>
            <a:r>
              <a:t>网络错误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4160520"/>
            <a:ext cx="21031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</a:defRPr>
            </a:pPr>
            <a:r>
              <a:t>→ 权限+destroy()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343400"/>
            <a:ext cx="10972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1">
                <a:solidFill>
                  <a:srgbClr val="E86C00"/>
                </a:solidFill>
              </a:defRPr>
            </a:pPr>
            <a:r>
              <a:t>播放器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343400"/>
            <a:ext cx="21031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</a:defRPr>
            </a:pPr>
            <a:r>
              <a:t>→ 状态机顺序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526280"/>
            <a:ext cx="10972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1">
                <a:solidFill>
                  <a:srgbClr val="E86C00"/>
                </a:solidFill>
              </a:defRPr>
            </a:pPr>
            <a:r>
              <a:t>UI不刷新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4526280"/>
            <a:ext cx="21031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666666"/>
                </a:solidFill>
              </a:defRPr>
            </a:pPr>
            <a:r>
              <a:t>→ ForEach key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846320"/>
            <a:ext cx="1161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Done Gate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5212080"/>
            <a:ext cx="1161288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编译零错误    ✓ 应用可启动运行    ✓ 核心功能路径可走通    ✓ 新踩坑已沉淀到 dev-pitfalls.md / CLAUDE.md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9436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阶段四：代码质量保证  —  7 大规范域全面审查，零违规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743200" cy="32004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70432"/>
            <a:ext cx="2743200" cy="438912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79576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7B2D8E"/>
                </a:solidFill>
              </a:defRPr>
            </a:pPr>
            <a:r>
              <a:t>可编译可运行的代码库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阶段三产出 (98 个 .ets)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73352"/>
            <a:ext cx="2743200" cy="438912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82496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7B2D8E"/>
                </a:solidFill>
              </a:defRPr>
            </a:pPr>
            <a:r>
              <a:t>CLAUDE.md 规则集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20+ 条编码约束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76272"/>
            <a:ext cx="2743200" cy="438912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185415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7B2D8E"/>
                </a:solidFill>
              </a:defRPr>
            </a:pPr>
            <a:r>
              <a:t>7 大规范域检查清单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导入/类型/组件/数据库/播放器/XML/网络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79192"/>
            <a:ext cx="2743200" cy="438912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88336"/>
            <a:ext cx="2651760" cy="43891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7B2D8E"/>
                </a:solidFill>
              </a:defRPr>
            </a:pPr>
            <a:r>
              <a:t>Memory 项目特有检查项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666666"/>
                </a:solidFill>
              </a:defRPr>
            </a:pPr>
            <a:r>
              <a:t>GlobalState key 完整性等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40" y="1828800"/>
            <a:ext cx="27432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777240"/>
            <a:ext cx="4754880" cy="365760"/>
          </a:xfrm>
          <a:prstGeom prst="roundRect">
            <a:avLst/>
          </a:prstGeom>
          <a:solidFill>
            <a:srgbClr val="E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代码库 (98 个 .ets 文件)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79" y="1143000"/>
            <a:ext cx="201168" cy="182880"/>
          </a:xfrm>
          <a:prstGeom prst="downArrow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3360" y="1371600"/>
            <a:ext cx="3657600" cy="32004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900" b="1">
                <a:solidFill>
                  <a:srgbClr val="7B2D8E"/>
                </a:solidFill>
              </a:defRPr>
            </a:pPr>
            <a:r>
              <a:t>4 个 Review Agent 并行审查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1. 导入规范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@kit.* 统一导入</a:t>
            </a:r>
            <a:br/>
            <a:r>
              <a:t>无 @ohos.* 废弃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2. 类型安全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无 any / as</a:t>
            </a:r>
            <a:br/>
            <a:r>
              <a:t>无对象字面量类型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3. 组件规范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@Component struct</a:t>
            </a:r>
            <a:br/>
            <a:r>
              <a:t>单根容器 / ForEach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4. 数据库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SQL ? 占位符</a:t>
            </a:r>
            <a:br/>
            <a:r>
              <a:t>ResultSet close()</a:t>
            </a:r>
            <a:br/>
            <a:r>
              <a:t>ON CONFLICT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5. 播放器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状态机顺序</a:t>
            </a:r>
            <a:br/>
            <a:r>
              <a:t>fd:// 协议</a:t>
            </a:r>
            <a:br/>
            <a:r>
              <a:t>backgroundModes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6. XML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XmlPullParser</a:t>
            </a:r>
            <a:br/>
            <a:r>
              <a:t>Pull 模式</a:t>
            </a:r>
            <a:br/>
            <a:r>
              <a:t>命名空间处理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1828800"/>
            <a:ext cx="658368" cy="22860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7B2D8E"/>
                </a:solidFill>
              </a:defRPr>
            </a:pPr>
            <a:r>
              <a:t>7. 网络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103120"/>
            <a:ext cx="658368" cy="685800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550" b="0">
                <a:solidFill>
                  <a:srgbClr val="333333"/>
                </a:solidFill>
              </a:defRPr>
            </a:pPr>
            <a:r>
              <a:t>http.destroy()</a:t>
            </a:r>
            <a:br/>
            <a:r>
              <a:t>权限声明</a:t>
            </a:r>
            <a:br/>
            <a:r>
              <a:t>INTERNET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2834640"/>
            <a:ext cx="658368" cy="201168"/>
          </a:xfrm>
          <a:prstGeom prst="roundRect">
            <a:avLst/>
          </a:prstGeom>
          <a:solidFill>
            <a:srgbClr val="2D8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650" b="1">
                <a:solidFill>
                  <a:srgbClr val="FFFFFF"/>
                </a:solidFill>
              </a:defRPr>
            </a:pPr>
            <a:r>
              <a:t>0 违规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669279" y="3108960"/>
            <a:ext cx="201168" cy="137160"/>
          </a:xfrm>
          <a:prstGeom prst="downArrow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49039" y="3291840"/>
            <a:ext cx="4389120" cy="365760"/>
          </a:xfrm>
          <a:prstGeom prst="round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0">
                <a:solidFill>
                  <a:srgbClr val="7B2D8E"/>
                </a:solidFill>
              </a:defRPr>
            </a:pPr>
            <a:r>
              <a:t>Skills: ★ knowledge-verifier (主力)  |  data-layer (数据审查)  |  component-builder (组件审查)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669279" y="3703320"/>
            <a:ext cx="201168" cy="137160"/>
          </a:xfrm>
          <a:prstGeom prst="downArrow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80560" y="3886200"/>
            <a:ext cx="2926080" cy="36576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质量审计报告：全通过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366760" y="2286000"/>
            <a:ext cx="27432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0" y="777240"/>
            <a:ext cx="3200400" cy="32004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1170432"/>
            <a:ext cx="3200400" cy="374904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179576"/>
            <a:ext cx="3108960" cy="374904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7B2D8E"/>
                </a:solidFill>
              </a:defRPr>
            </a:pPr>
            <a:r>
              <a:t>质量审计报告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7 大规范域全部通过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1609344"/>
            <a:ext cx="3200400" cy="374904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1618488"/>
            <a:ext cx="3108960" cy="374904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7B2D8E"/>
                </a:solidFill>
              </a:defRPr>
            </a:pPr>
            <a:r>
              <a:t>代码质量评分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9.5 / 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2048256"/>
            <a:ext cx="3200400" cy="374904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2057400"/>
            <a:ext cx="3108960" cy="374904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7B2D8E"/>
                </a:solidFill>
              </a:defRPr>
            </a:pPr>
            <a:r>
              <a:t>零 any 类型违规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全 96 文件 grep 扫描确认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2487168"/>
            <a:ext cx="3200400" cy="374904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2496311"/>
            <a:ext cx="3108960" cy="374904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7B2D8E"/>
                </a:solidFill>
              </a:defRPr>
            </a:pPr>
            <a:r>
              <a:t>零 SQL 注入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全部使用 ? 占位符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2926080"/>
            <a:ext cx="3200400" cy="374904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2935224"/>
            <a:ext cx="3108960" cy="374904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7B2D8E"/>
                </a:solidFill>
              </a:defRPr>
            </a:pPr>
            <a:r>
              <a:t>零资源泄漏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ResultSet / HTTP 全部释放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3364991"/>
            <a:ext cx="3200400" cy="374904"/>
          </a:xfrm>
          <a:prstGeom prst="roundRect">
            <a:avLst/>
          </a:prstGeom>
          <a:solidFill>
            <a:srgbClr val="F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3374135"/>
            <a:ext cx="3108960" cy="374904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7B2D8E"/>
                </a:solidFill>
              </a:defRPr>
            </a:pPr>
            <a:r>
              <a:t>修复后的代码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如有违规则修复后重新审计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4434840"/>
            <a:ext cx="1161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Done Gate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4800600"/>
            <a:ext cx="1161288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7 大规范域全部通过    ✓ 零 any 类型    ✓ 零 SQL 拼接    ✓ 零 ResultSet/HTTP 资源泄漏    ✓ 代码质量 ≥ 9.0/10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9436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阶段五：测试反馈与优化  —  Bug 驱动修复 + UI 对齐 + 经验沉淀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560320" cy="32004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70432"/>
            <a:ext cx="2560320" cy="34747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7957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测试 Bug 报告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测试同学反馈的功能/UI 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81912"/>
            <a:ext cx="2560320" cy="34747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9105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Android 原版截图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视觉对照基准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993392"/>
            <a:ext cx="2560320" cy="34747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0253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UI 走查结果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间距/颜色/字体/图标差异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04872"/>
            <a:ext cx="2560320" cy="34747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414015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SS10 验收矩阵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14 项 V1 功能 + 10 项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16352"/>
            <a:ext cx="2560320" cy="34747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2549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已验证 sys.symbol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22 可用 + 5 不可用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27832"/>
            <a:ext cx="2560320" cy="34747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36976"/>
            <a:ext cx="2468880" cy="34747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Memory UI 映射经验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14 组 Android→ArkUI 映射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80360" y="1828800"/>
            <a:ext cx="36576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777240"/>
            <a:ext cx="5029200" cy="365760"/>
          </a:xfrm>
          <a:prstGeom prst="roundRect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测试反馈 (Bug 报告 / UI 走查 / 功能验收)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486400" y="1143000"/>
            <a:ext cx="201168" cy="182880"/>
          </a:xfrm>
          <a:prstGeom prst="down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1417320"/>
            <a:ext cx="1371600" cy="274320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17A589"/>
                </a:solidFill>
              </a:defRPr>
            </a:pPr>
            <a:r>
              <a:t>UI 视觉差异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785615" y="169164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1828800"/>
            <a:ext cx="1371600" cy="9144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★ ui-alignment</a:t>
            </a:r>
            <a:br/>
            <a:r>
              <a:t>+ component-builder</a:t>
            </a:r>
            <a:br/>
            <a:r>
              <a:t>Android截图→ArkUI对齐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1417320"/>
            <a:ext cx="1371600" cy="274320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17A589"/>
                </a:solidFill>
              </a:defRPr>
            </a:pPr>
            <a:r>
              <a:t>功能缺陷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266944" y="169164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81728" y="1828800"/>
            <a:ext cx="1371600" cy="9144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pattern-library [Hub]</a:t>
            </a:r>
            <a:br/>
            <a:r>
              <a:t>→ 搜索: data-layer</a:t>
            </a:r>
            <a:br/>
            <a:r>
              <a:t>→ 播放: media-playback</a:t>
            </a:r>
            <a:br/>
            <a:r>
              <a:t>→ 下载: download-manager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1417320"/>
            <a:ext cx="1097280" cy="274320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17A589"/>
                </a:solidFill>
              </a:defRPr>
            </a:pPr>
            <a:r>
              <a:t>交互体验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611112" y="169164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1828800"/>
            <a:ext cx="1097280" cy="9144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animation-builder</a:t>
            </a:r>
            <a:br/>
            <a:r>
              <a:t>+ component-builder</a:t>
            </a:r>
            <a:br/>
            <a:r>
              <a:t>转场/点击反馈/列表动效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0064" y="1417320"/>
            <a:ext cx="1097280" cy="274320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17A589"/>
                </a:solidFill>
              </a:defRPr>
            </a:pPr>
            <a:r>
              <a:t>导航问题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7818120" y="1691640"/>
            <a:ext cx="201168" cy="9144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70064" y="1828800"/>
            <a:ext cx="1097280" cy="9144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t>navigation-builder</a:t>
            </a:r>
            <a:br/>
            <a:r>
              <a:t>Tab 状态/页面切换</a:t>
            </a:r>
            <a:br/>
            <a:r>
              <a:t>返回行为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2880360"/>
            <a:ext cx="4114800" cy="320040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17A589"/>
                </a:solidFill>
              </a:defRPr>
            </a:pPr>
            <a:r>
              <a:t>修复代码 → knowledge-verifier 验证 → 回归测试 (7 条核心路径)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486400" y="3200400"/>
            <a:ext cx="201168" cy="137160"/>
          </a:xfrm>
          <a:prstGeom prst="downArrow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31920" y="3383280"/>
            <a:ext cx="3474720" cy="502920"/>
          </a:xfrm>
          <a:prstGeom prst="round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750" b="0">
                <a:solidFill>
                  <a:srgbClr val="333333"/>
                </a:solidFill>
              </a:defRPr>
            </a:pPr>
            <a:r>
              <a:t>经验沉淀</a:t>
            </a:r>
            <a:br/>
            <a:r>
              <a:t>→ development-experience.md (踩坑+模式)</a:t>
            </a:r>
            <a:br/>
            <a:r>
              <a:t>→ Skills references/ 更新 (新增模板)</a:t>
            </a:r>
            <a:br/>
            <a:r>
              <a:t>→ Memory 更新 (项目级知识归档)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412480" y="1828800"/>
            <a:ext cx="274320" cy="20116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86800" y="777240"/>
            <a:ext cx="3200400" cy="32004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输 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1170432"/>
            <a:ext cx="3200400" cy="39319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1179576"/>
            <a:ext cx="31089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生产就绪版本 (v3)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全功能可用, 视觉对齐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1627632"/>
            <a:ext cx="3200400" cy="39319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1636776"/>
            <a:ext cx="31089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development-experience.md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22 条踩坑 + 16 个代码模式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2084832"/>
            <a:ext cx="3200400" cy="39319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2093976"/>
            <a:ext cx="31089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更新后的 Skills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新增模式模板进入 references/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542032"/>
            <a:ext cx="3200400" cy="39319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2551176"/>
            <a:ext cx="31089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更新后的 Memory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项目级知识归档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2999232"/>
            <a:ext cx="3200400" cy="393192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3008376"/>
            <a:ext cx="3108960" cy="393192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1">
                <a:solidFill>
                  <a:srgbClr val="17A589"/>
                </a:solidFill>
              </a:defRPr>
            </a:pPr>
            <a:r>
              <a:t>回归测试结果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50" b="0">
                <a:solidFill>
                  <a:srgbClr val="666666"/>
                </a:solidFill>
              </a:defRPr>
            </a:pPr>
            <a:r>
              <a:t>7 条核心路径全部通过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520440"/>
            <a:ext cx="3200400" cy="228600"/>
          </a:xfrm>
          <a:prstGeom prst="round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7 条核心用户路径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3794760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① 订阅 Feed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950208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② 浏览剧集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105656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③ 下载剧集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261104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④ 队列管理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416552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⑤ 搜索播客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572000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⑥ 设置偏好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727448"/>
            <a:ext cx="3200400" cy="1554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⑦ 后台播放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4937760"/>
            <a:ext cx="1161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Done Gate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5303520"/>
            <a:ext cx="11612880" cy="36576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✓ SS10 验收矩阵全量通过    ✓ Android 截图对比无明显差异    ✓ 7 条核心路径全部走通    ✓ 经验沉淀到文档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